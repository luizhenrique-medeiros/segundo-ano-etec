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Nobile" panose="020B0604020202020204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92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86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1120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Lixo é Lixo Para Quem? Uma Perspectiva Multifacetada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Vamos desconstruir a visão única sobre o lixo. Será que o que consideramos lixo pode ser um recurso para outros? Analisaremos essa questão multifacetada.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384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111615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Contradições Estatísticas do Lixo Global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0776"/>
            <a:ext cx="30034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Números Alarmantes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192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geração de lixo global é de 2.01 bilhões de toneladas/ano. Projeta-se um aumento para 3.40 bilhões até 2050.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Apenas 9% do lixo global é reciclado. O custo do lixo não gerenciado chega a US$25-30 bilhões/ano.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350776"/>
            <a:ext cx="31774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Oportunidade Perdida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9319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Existe um enorme potencial de reciclagem. No entanto, a taxa efetiva é baixíssima.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altos custos poderiam ser investidos em soluções sustentáveis.</a:t>
            </a:r>
            <a:endParaRPr lang="en-US" sz="175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E7418DE-2363-41DA-9016-529B556E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26" y="7716512"/>
            <a:ext cx="1791374" cy="513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25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Economia Circular do Lixo Eletrônico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054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3305413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Crescimento Exponencial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15016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lixo eletrônico é o fluxo de resíduos que mais cresce no mundo.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3054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08983" y="3305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Valor Oculto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08983" y="379583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Os materiais recuperáveis valem cerca de US$57 bilhões anualmente.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72083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7306" y="5720834"/>
            <a:ext cx="3203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Iniciativas Inspiradoras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21125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Cooperativas de reciclagem no Brasil, como a Cataunidos, são exemplos.</a:t>
            </a:r>
            <a:endParaRPr lang="en-US" sz="17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DC9FB4B-9FB7-4CC9-9023-9B97A33E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7437" y="7645390"/>
            <a:ext cx="1710093" cy="584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01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Lixo como Arte e Conscientização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97850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024664"/>
            <a:ext cx="3229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Transformação Criativa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51508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Artistas como Vik Muniz utilizam o lixo como matéria-prima.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467701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6945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Espaços Culturais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1849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Projetos transformam lixões em espaços de arte.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828586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Impacto Social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5458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Geram renda e promovem a educação ambiental.</a:t>
            </a:r>
            <a:endParaRPr lang="en-US" sz="17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2583C0A-DA2D-4C87-8A02-1D34C9FD8B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1590" y="7624296"/>
            <a:ext cx="1842133" cy="605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417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Paradoxo do Descarte e do Consumo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43388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Sociedade de Consumo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27863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Produção constante e descarte rápido de produtos.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199448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433882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Obsolescência Programada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278630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Produtos feitos para durar cada vez menos.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5683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700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Impacto Ambiental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90536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Esgotamento de recursos e poluição crescente.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3687"/>
            <a:ext cx="74699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Lixo e Desigualdade Social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393043"/>
            <a:ext cx="7825621" cy="7825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2239" y="5599271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30" y="3393043"/>
            <a:ext cx="7825621" cy="78256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23748" y="4131945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3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393043"/>
            <a:ext cx="7825621" cy="78256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65137" y="5599271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937022" y="2896910"/>
            <a:ext cx="3834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Populações Marginalizadas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93790" y="3387328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Vivem perto de lixões, expostas a riscos.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897404" y="20860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Catadores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447228" y="2576513"/>
            <a:ext cx="373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Dependem do lixo para sobreviver.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358557" y="32598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Justiça Ambiental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758005" y="3750231"/>
            <a:ext cx="40363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Distribuição equitativa dos impactos.</a:t>
            </a:r>
            <a:endParaRPr lang="en-US" sz="175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09106D3-4B8A-4184-9F33-8AE50C0628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3334" y="7578894"/>
            <a:ext cx="1801977" cy="6507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7208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Soluções Para Todos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21167" y="307633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Economia Circular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30940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Repensar design e consumo.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8089" y="4496633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Logística Reversa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30553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Responsabilizar fabricantes.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B8C3D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011" y="591693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Educação Ambiental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31764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Conscientizar sobre descarte.</a:t>
            </a:r>
            <a:endParaRPr lang="en-US" sz="17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301FC361-9378-4F63-B8A7-9A939AF8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427" y="7679680"/>
            <a:ext cx="1801533" cy="534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Conclusão: Lixo é Problema e Oportunidade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lixo afeta a todos, direta ou indiretamente. Reflita sobre seus hábitos e descarte. Pequenas mudanças individuais geram grande impacto coletivo. Lixo é lixo para quem não sabe transformar!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8050" y="587987"/>
            <a:ext cx="7556421" cy="721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/>
              <a:t>Fontes Bibliograficas: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2583C0A-DA2D-4C87-8A02-1D34C9FD8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1590" y="7624296"/>
            <a:ext cx="1842133" cy="60530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436613-6551-4CFF-B42A-CB7DFD951CCE}"/>
              </a:ext>
            </a:extLst>
          </p:cNvPr>
          <p:cNvSpPr txBox="1"/>
          <p:nvPr/>
        </p:nvSpPr>
        <p:spPr>
          <a:xfrm>
            <a:off x="588050" y="1783080"/>
            <a:ext cx="97612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https://agenciabrasil.ebc.com.br/economia/noticia/2024-02/geracao-de-lixo-no-mundo-pode-chegar-38-bi-de-toneladas-em-2050</a:t>
            </a:r>
          </a:p>
          <a:p>
            <a:endParaRPr lang="pt-BR" sz="2400" dirty="0"/>
          </a:p>
          <a:p>
            <a:r>
              <a:rPr lang="pt-BR" sz="2400" dirty="0"/>
              <a:t>https://news.un.org/pt/story/2024/02/1828382</a:t>
            </a:r>
          </a:p>
          <a:p>
            <a:endParaRPr lang="pt-BR" sz="2400" dirty="0"/>
          </a:p>
          <a:p>
            <a:r>
              <a:rPr lang="pt-BR" sz="2400" dirty="0"/>
              <a:t>https://www.iberdrola.com/cultural/arte-</a:t>
            </a:r>
            <a:r>
              <a:rPr lang="pt-BR" sz="2400" dirty="0" err="1"/>
              <a:t>reciclavel</a:t>
            </a:r>
            <a:r>
              <a:rPr lang="pt-BR" sz="2400" dirty="0"/>
              <a:t>#:~:</a:t>
            </a:r>
            <a:r>
              <a:rPr lang="pt-BR" sz="2400" dirty="0" err="1"/>
              <a:t>text</a:t>
            </a:r>
            <a:r>
              <a:rPr lang="pt-BR" sz="2400" dirty="0"/>
              <a:t>=Esse%20tipo%20de%20arte%20busca,e%20social%20do%20produto%20original.</a:t>
            </a:r>
          </a:p>
          <a:p>
            <a:endParaRPr lang="pt-BR" sz="2400" dirty="0"/>
          </a:p>
          <a:p>
            <a:r>
              <a:rPr lang="pt-BR" sz="2400" dirty="0"/>
              <a:t>https://cestosdelixoelixeiras.com.br/blog-lixeiras/do-lixo-a-arte</a:t>
            </a:r>
          </a:p>
          <a:p>
            <a:endParaRPr lang="pt-BR" sz="2400" dirty="0"/>
          </a:p>
          <a:p>
            <a:r>
              <a:rPr lang="pt-BR" sz="2400" dirty="0"/>
              <a:t>https://semil.sp.gov.br/educacaoambiental/2024/03/o-que-podemos-fazer-no-nosso-dia-a-dia-para-proteger-os-recursos-naturais-e-reduzir-o-volume-de-lixo/</a:t>
            </a:r>
          </a:p>
          <a:p>
            <a:endParaRPr lang="pt-BR" sz="2400" dirty="0"/>
          </a:p>
          <a:p>
            <a:r>
              <a:rPr lang="pt-BR" sz="2400" dirty="0"/>
              <a:t>https://bio3consultoria.com.br/solucoes-para-o-problema-do-lixo/</a:t>
            </a:r>
          </a:p>
        </p:txBody>
      </p:sp>
    </p:spTree>
    <p:extLst>
      <p:ext uri="{BB962C8B-B14F-4D97-AF65-F5344CB8AC3E}">
        <p14:creationId xmlns:p14="http://schemas.microsoft.com/office/powerpoint/2010/main" val="206792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24ED1F8-A334-44A8-9977-DB7106B0C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" y="0"/>
            <a:ext cx="14618970" cy="82296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2A49E4C-B515-481F-A315-8B2AB5473807}"/>
              </a:ext>
            </a:extLst>
          </p:cNvPr>
          <p:cNvSpPr txBox="1"/>
          <p:nvPr/>
        </p:nvSpPr>
        <p:spPr>
          <a:xfrm>
            <a:off x="3669030" y="3191470"/>
            <a:ext cx="8321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</a:rPr>
              <a:t>Obrigado por nos escutar!</a:t>
            </a:r>
          </a:p>
        </p:txBody>
      </p:sp>
    </p:spTree>
    <p:extLst>
      <p:ext uri="{BB962C8B-B14F-4D97-AF65-F5344CB8AC3E}">
        <p14:creationId xmlns:p14="http://schemas.microsoft.com/office/powerpoint/2010/main" val="131660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456</Words>
  <Application>Microsoft Office PowerPoint</Application>
  <PresentationFormat>Personalizar</PresentationFormat>
  <Paragraphs>74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Alexandria</vt:lpstr>
      <vt:lpstr>Nobile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Etec</cp:lastModifiedBy>
  <cp:revision>4</cp:revision>
  <dcterms:created xsi:type="dcterms:W3CDTF">2025-04-10T10:37:15Z</dcterms:created>
  <dcterms:modified xsi:type="dcterms:W3CDTF">2025-04-10T11:52:27Z</dcterms:modified>
</cp:coreProperties>
</file>